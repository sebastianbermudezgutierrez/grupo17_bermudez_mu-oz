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MONITOR DE TASAS DE CAMBIO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2C39A"/>
                </a:solidFill>
              </a:rPr>
              <a:t>Pipeline ETL · PostgreSQL · Streamlit · Machine Learning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Grupo 17 — Bermúdez &amp; Muñoz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BCD0"/>
                </a:solidFill>
              </a:rPr>
              <a:t>Minería de Datos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ETL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75488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75488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75488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Las tasas de cambio afectan a empresas, inversores y personas que realizan transacciones internacionales. Sin un sistema automatizado, monitorear estas fluctuaciones es manual, lento y propenso a errores.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5176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65176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💸 Volatilidad constante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Los mercados cambian cada hora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65176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65176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📊 Datos desorganizados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Difícil análisis sin estructura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65176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65176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⏱️ Monitoreo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Proceso lento e ineficiente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🔮 Sin predicciones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hay herramientas predictivas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PREGUNTA DE INVESTIGACIÓN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983480"/>
            <a:ext cx="73152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</a:rPr>
              <a:t>¿Es posible construir un pipeline ETL automatizado que extraiga tasas de cambio en tiempo real, las almacene en PostgreSQL y prediga fluctuaciones futuras mediante Machine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ARQUITECTURA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92024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
ExchangeRate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Fuente de datos
en tiempo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88720"/>
            <a:ext cx="192024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ETL
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5146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Extrae, transforma
y carga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188720"/>
            <a:ext cx="1920240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PostgreSQL
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146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Almacenamiento
persistente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188720"/>
            <a:ext cx="1920240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Streamlit
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5146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Visualización
interactiva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192024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Modelo
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146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Predicción de
fluctuaciones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HERRAMIENTAS UTILIZADAS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5196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25196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 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25196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425196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84632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484632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pgAdmin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84632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ExchangeRate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4846320"/>
            <a:ext cx="2651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Jupyter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FASE 1: EXTRACTOR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54864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Script: extractor.py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class DivisasExtractor: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  def __init__(self):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969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self.api_key = os.getenv('API_KEY')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self.moneda_base = 'USD'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24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  def extraer_tasas(self):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101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url = f'{base_url}/{api_key}/latest/USD'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027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response = requests.get(url)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953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return response.json()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879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</a:rPr>
              <a:t>  def procesar_respuesta(self, data):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tasas = data['conversion_rates']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657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    return registros_limpios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COMPONENTES ETL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508760"/>
            <a:ext cx="576072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0574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Petición HTTP a ExchangeRate API
con manejo de errores y timeout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08960"/>
            <a:ext cx="576072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6576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Filtrado de 8 monedas objetivo
Cálculo de tasa inversa
Formato de fechas ISO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709160"/>
            <a:ext cx="5760720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2578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CSV actual + CSV histórico acumulado
JSON raw + JSON procesado
Registro en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FASE 2: BASE DE DATOS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Diseño de Tabla: tasas_cambio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37160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463040"/>
            <a:ext cx="16459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4688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83664"/>
            <a:ext cx="137160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883664"/>
            <a:ext cx="164592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SERIAL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883664"/>
            <a:ext cx="246888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Identificador único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6771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3042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moneda_base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2267712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2304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267712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79" y="2304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Moneda de referencia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51760"/>
            <a:ext cx="137160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26883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moneda_destino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2651760"/>
            <a:ext cx="164592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2688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79" y="268833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Moneda objetivo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3580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" y="30723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tasa_cambio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303580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0723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DECIMAL(15,6)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035808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79" y="3072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Tasa de conversión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419856"/>
            <a:ext cx="137160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3456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inversa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419856"/>
            <a:ext cx="164592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37360" y="3456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DECIMAL(15,6)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3419856"/>
            <a:ext cx="246888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1/tasa_cambio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80390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3840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fecha_actualizacion_api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380390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37360" y="3840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3803904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79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Timestamp de la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187952"/>
            <a:ext cx="137160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4224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</a:rPr>
              <a:t>fecha_extraccion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4187952"/>
            <a:ext cx="164592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37360" y="42245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60" y="4187952"/>
            <a:ext cx="2468880" cy="38404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79" y="4224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Timestamp de extracción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DOCKER COMPOSE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1554480"/>
            <a:ext cx="242316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🐘 divisas_postgres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PostgreSQL 16
Puerto: 5432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1554480"/>
            <a:ext cx="242316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🔧 divisas_pgadmin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pgAdmin 4
Puerto: 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834639"/>
            <a:ext cx="242316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292607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divisas_etl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33375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Extractor Python
Ejecución programada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2834639"/>
            <a:ext cx="242316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292607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divisas_streamlit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33375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Dashboard web
Puerto: 8501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42062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4206240"/>
            <a:ext cx="5577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4315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DATOS ALMACENADOS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47365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8 registros reales (extracción API)
✓ 720 registros históricos simulados (90 días × 8 monedas)
✓ Total: 728 registros para análisis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FASE 3: DASHBOARD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53949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💱 8 Métricas en Tiempo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Tarjetas con tasa e inversa para cada moneda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100584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59" y="1005840"/>
            <a:ext cx="53949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📊 Visualizaciones Interactivas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00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Gráficas de barras comparativas dobles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688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53949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🗃️ Tabla de Datos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Vista filtrable con todos los registros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24688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59" y="2468880"/>
            <a:ext cx="53949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606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🔄 Actualización Automática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Cache TTL 60s, datos desde 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53949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🐳 Desplegado en 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Contenedor dedicado en la red divisas_net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39319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59" y="3931920"/>
            <a:ext cx="53949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🌐 Accesible en localhost:8501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26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Interfaz web profesional dark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394960"/>
            <a:ext cx="114300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32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🔗  Acceso:  http://localhost:8501  —  Fuente de datos:  PostgreSQL (divisas_db)  —  Tecnología:  Streamlit 1.55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FASE 4: ORQUESTACIÓN CON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2C39A"/>
                </a:solidFill>
              </a:rPr>
              <a:t>Arquitectura de contenedores interconectados en la red divisas_net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45920"/>
            <a:ext cx="2606040" cy="3200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37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C39A"/>
                </a:solidFill>
              </a:rPr>
              <a:t>postgres:16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divisas_postgres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:5432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246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Base de datos
principal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45920"/>
            <a:ext cx="2606040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737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C39A"/>
                </a:solidFill>
              </a:rPr>
              <a:t>pgadmin4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divisas_pgadmin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:8080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Interfaz visual
de administración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645920"/>
            <a:ext cx="260604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737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C39A"/>
                </a:solidFill>
              </a:rPr>
              <a:t>python:3.12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divisas_etl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3246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Extractor
automático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1645920"/>
            <a:ext cx="260604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1737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C39A"/>
                </a:solidFill>
              </a:rPr>
              <a:t>python:3.12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divisas_streamlit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:8501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3246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Dashboard
interactivo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BENEFICIOS DE LA CONTENEDORIZACIÓN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32120"/>
            <a:ext cx="26060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623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Portabilidad total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532120"/>
            <a:ext cx="26060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623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Entorno reproducible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59" y="5532120"/>
            <a:ext cx="26060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199" y="5623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Aislamiento de servicios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19" y="5532120"/>
            <a:ext cx="26060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5623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Escalabilidad futura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FASE 5: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3035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Algoritmo: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544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Regresión Lineal (LinearRegression)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Variable X: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56231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Día (días desde inicio del histórico)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Variable 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5798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Tasa de cambio por moneda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597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459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80% entrenamiento / 20%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614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Horizonte: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7614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Predicción a 7 días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63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Datos: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0632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728 registros (90 días × 8 monedas)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11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Métricas de Evaluación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16916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4069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Moneda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023360"/>
            <a:ext cx="16916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39" y="4069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023360"/>
            <a:ext cx="16916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069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07408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444398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407408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39" y="444398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0.008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4407408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444398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709160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474573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GBP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4709160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39" y="474573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0.007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4709160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474573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0.38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10912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59" y="504748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JPY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5010912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39" y="504748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1.44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5010912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504748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12664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59" y="534924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COP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5312664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39" y="534924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37.46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5312664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534924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14416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59" y="565099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AUD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5614416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39" y="565099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0.014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0" y="5614416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565099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916168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59" y="59527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CAD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5916168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39" y="59527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0.013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86200" y="5916168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59527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6217920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59" y="625449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BRL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6217920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48839" y="625449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0.052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86200" y="6217920"/>
            <a:ext cx="1691640" cy="30175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31920" y="625449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0.33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519672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59" y="65562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</a:rPr>
              <a:t>MXN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6519672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48839" y="65562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0.186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86200" y="6519672"/>
            <a:ext cx="16916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920" y="65562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0.31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216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PROCESO ML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52160" y="1463040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521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1463040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1554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Carga de datos históricos desde PostgreSQL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2212848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52160" y="22585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2212848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23042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Preprocesamiento: conversión de fechas a días numéricos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52160" y="2962656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0" y="30083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2962656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305409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Entrenamiento con train_test_split (80/20)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52160" y="3712464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52160" y="37581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712464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3803904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Predicción del valor a 7 días por cada moneda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52160" y="4462272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52160" y="4507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4462272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455371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Evaluación: MAE y R² por modelo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52160" y="5212079"/>
            <a:ext cx="4114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52160" y="52577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60" y="5212079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530351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Visualización: histórico vs predicción en Jupyter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RESULTADOS OBTENIDOS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60604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Registros
Almacenados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0604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972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116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Monedas
Monitoreadas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59" y="1005840"/>
            <a:ext cx="2606040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0972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0116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Días de
Histórico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19" y="1005840"/>
            <a:ext cx="2606040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0972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0116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Días de
Predicción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ENTREGABLES COMPLETADOS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3756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3756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10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Extractor ETL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Script con manejo de errores, logs y CSV histórico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333756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59" y="333756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410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BD 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Tabla optimizada, Docker, 728 registros cargados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4340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34340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Dashboard 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8 métricas, 2 gráficas, tabla interactiva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59" y="434340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59" y="434340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 servicios orquestados en red dedicada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4924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34924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422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ML Jupyter Notebook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06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Regresión lineal, MAE, R², predicciones a 7 días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59" y="534924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59" y="534924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422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✅ Presentación PPT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806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Problema, arquitectura, resultados y recomendaciones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ANÁLISIS Y 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Tasas de Cambio Actuales vs USD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62102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81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1581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0.8602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30552"/>
            <a:ext cx="311810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037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0.7444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52344"/>
            <a:ext cx="1156716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8254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3916" y="2825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1.4040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74136"/>
            <a:ext cx="1156716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4472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3916" y="34472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1.3577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95928"/>
            <a:ext cx="35204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69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5.1650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17720"/>
            <a:ext cx="100584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90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4690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17.5790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005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HALLAZGOS PRINCIPALES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46304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4630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La libra esterlina (GBP) y el euro (EUR) son las monedas más fuertes del grupo frente al dólar.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46888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4688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 peso colombiano (COP) y el yen japonés (JPY) muestran mayor volatilidad relativa en el histórico simulado.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7472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4747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 modelo de regresión lineal captura tendencias generales pero tiene R² bajo (~0.35), indicando que los mercados tienen comportamiento no lineal.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48056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4805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Los 90 días de histórico simulado son suficientes para demostrar el pipeline, pero datos reales mejorarían significativamente las predicciones.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548640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4864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La arquitectura ETL es escalable: agregar nuevas monedas solo requiere actualizar la variable MONEDAS_OBJETIVO en el .env.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56616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12344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Datos Reales Históricos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830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Ejecutar el extractor diariamente durante al menos 6 meses para acumular datos reales y mejorar la precisión del modelo 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097280"/>
            <a:ext cx="3566160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188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2344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Modelos Avanzados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830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Implementar LSTM o Prophet para capturar patrones no lineales y estacionalidad en los mercados de divisas.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097280"/>
            <a:ext cx="35661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188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12344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Actualización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830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Migrar al plan de pago de ExchangeRate API para obtener actualizaciones por hora y agregar alertas de cambio brusco.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5661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Mejorado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Añadir filtros por rango de fechas, comparación de monedas y exportación de reportes PDF desde Streamlit.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356616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Despliegue en la Nube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Migrar los contenedores Docker a AWS ECS o Google Cloud Run para acceso remoto y alta disponibilidad.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3566160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Sistema de Alertas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Implementar notificaciones automáticas vía email o Telegram cuando una tasa supere umbrales definidos por el usuario.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731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1. Pipeline ETL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09728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Se construyó exitosamente un pipeline ETL completo que extrae, transforma y carga datos reales de la API ExchangeRate en PostgreSQL con manejo de errores y logging.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0312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731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2. Arquitectura Profesional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 uso de Docker Compose con 4 servicios orquestados demuestra buenas prácticas de ingeniería de datos: separación de responsabilidades, redes dedicadas y persistencia de datos.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00400"/>
            <a:ext cx="731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3. Visualización Efectiva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 dashboard Streamlit conectado a PostgreSQL proporciona métricas en tiempo real, visualizaciones comparativas y una tabla interactiva con los datos más recientes.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97679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297679"/>
            <a:ext cx="731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4. ML como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19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 modelo de regresión lineal establece la base para predicciones. Aunque el R² es modesto (~0.35), valida la infraestructura y metodología para modelos más complejos.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949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94960"/>
            <a:ext cx="731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5. Escalabilidad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4864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La arquitectura está diseñada para crecer: nuevas monedas, mejores modelos y despliegue en la nube son extensiones naturales del sistema construido.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2C39A"/>
                </a:solidFill>
              </a:rPr>
              <a:t>Monitor de Tasas de Cambio — Grupo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github.com/SebastianBermudezGutierrez/Grupo17_Bermudez_Mu-oz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ACCESO A SERVICIOS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93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Dashboard: localhost:8501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12064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5193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pgAdmin: localhost:8080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512064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193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PostgreSQL: localhost:5432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BCD0"/>
                </a:solidFill>
              </a:rPr>
              <a:t>Bermúdez &amp; Muñoz  —  Minería de Datos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